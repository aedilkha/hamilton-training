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40280"/>
            <a:ext cx="47548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HAMILTON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Program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Welcome &amp; Orientation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Rise to the occasion.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512064" cy="51206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86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Introductions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179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team and fellow trainees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63624"/>
            <a:ext cx="8595360" cy="0"/>
          </a:xfrm>
          <a:prstGeom prst="line">
            <a:avLst/>
          </a:prstGeom>
          <a:noFill/>
          <a:ln w="10160">
            <a:solidFill>
              <a:srgbClr val="E8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512064" cy="51206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673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Hamilton training covers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8595360" cy="0"/>
          </a:xfrm>
          <a:prstGeom prst="line">
            <a:avLst/>
          </a:prstGeom>
          <a:noFill/>
          <a:ln w="10160">
            <a:solidFill>
              <a:srgbClr val="E8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96312"/>
            <a:ext cx="512064" cy="51206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4780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Expectations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responsibilities and goals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172968"/>
            <a:ext cx="8595360" cy="0"/>
          </a:xfrm>
          <a:prstGeom prst="line">
            <a:avLst/>
          </a:prstGeom>
          <a:noFill/>
          <a:ln w="10160">
            <a:solidFill>
              <a:srgbClr val="E8E4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00984"/>
            <a:ext cx="512064" cy="51206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00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2826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Resources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3593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platforms, and where to find help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977640"/>
            <a:ext cx="8595360" cy="0"/>
          </a:xfrm>
          <a:prstGeom prst="line">
            <a:avLst/>
          </a:prstGeom>
          <a:noFill/>
          <a:ln w="10160">
            <a:solidFill>
              <a:srgbClr val="E8E4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105656"/>
            <a:ext cx="512064" cy="51206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05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087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&amp; Next Steps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398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— ask anything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Hamilton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" y="2834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program designed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you up for success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640080"/>
            <a:ext cx="5120640" cy="109728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49040" y="640080"/>
            <a:ext cx="91440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731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0515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learning with real scenarios and live feedback.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2011680"/>
            <a:ext cx="5120640" cy="109728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011680"/>
            <a:ext cx="91440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4231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alongside peers, mentors, and cross-functional teams.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383280"/>
            <a:ext cx="5120640" cy="109728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3383280"/>
            <a:ext cx="91440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37947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milestones track your growth from Day 1 to completion.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EXPECT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workshops, briefings,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skill-building exercises.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01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experienced staff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guide your development.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8130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performance benchmarks.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Assignments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8130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one, you'll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meaningful, real tasks.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"History has its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eyes on you."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834640"/>
            <a:ext cx="3657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175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Hamilton program.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glad you're here — let's make it count.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Hamilton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Hamilton Training – Day 1</dc:title>
  <dc:subject>PptxGenJS Presentation</dc:subject>
  <dc:creator>PptxGenJS</dc:creator>
  <cp:lastModifiedBy>PptxGenJS</cp:lastModifiedBy>
  <cp:revision>1</cp:revision>
  <dcterms:created xsi:type="dcterms:W3CDTF">2026-05-26T10:04:36Z</dcterms:created>
  <dcterms:modified xsi:type="dcterms:W3CDTF">2026-05-26T10:04:36Z</dcterms:modified>
</cp:coreProperties>
</file>