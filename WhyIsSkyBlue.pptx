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C8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Sky Blue?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2-minute answer to a question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wondered about your whole life.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3B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Sunlight isn't just white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actually a mix of ALL colors of the rainbow.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051560" cy="2011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18488" y="1691640"/>
            <a:ext cx="1051560" cy="2011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18488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79776" y="1691640"/>
            <a:ext cx="1051560" cy="2011680"/>
          </a:xfrm>
          <a:prstGeom prst="rect">
            <a:avLst/>
          </a:prstGeom>
          <a:solidFill>
            <a:srgbClr val="E9C46A"/>
          </a:solidFill>
          <a:ln w="12700">
            <a:solidFill>
              <a:srgbClr val="E9C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79776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941064" y="1691640"/>
            <a:ext cx="1051560" cy="20116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02352" y="1691640"/>
            <a:ext cx="1051560" cy="2011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1051560" cy="2011680"/>
          </a:xfrm>
          <a:prstGeom prst="rect">
            <a:avLst/>
          </a:prstGeom>
          <a:solidFill>
            <a:srgbClr val="5C4D7D"/>
          </a:solidFill>
          <a:ln w="12700">
            <a:solidFill>
              <a:srgbClr val="5C4D7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24928" y="1691640"/>
            <a:ext cx="1051560" cy="2011680"/>
          </a:xfrm>
          <a:prstGeom prst="rect">
            <a:avLst/>
          </a:prstGeom>
          <a:solidFill>
            <a:srgbClr val="9B5DE5"/>
          </a:solidFill>
          <a:ln w="12700">
            <a:solidFill>
              <a:srgbClr val="9B5D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24928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these wavelengths travel together from the Sun to Earth.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3B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Meet: Rayleigh Scattering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sunlight hits Earth's atmosphere, it collides with tiny gas molecules (mostly nitrogen and oxygen).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molecules scatter light — but they scatter SHORT wavelengths much more than long ones.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light has a short wavelength → it gets scattered in ALL directions across the sky.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&amp; orange have long wavelengths → they pass straight through.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0" y="137160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0" y="109728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155448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228600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0" y="256032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3017520"/>
            <a:ext cx="457200" cy="45720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920240"/>
            <a:ext cx="640080" cy="64008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52160" y="3383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light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7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everywhere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00"/>
            <a:ext cx="9144000" cy="2857500"/>
          </a:xfrm>
          <a:prstGeom prst="rect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371600"/>
            <a:ext cx="9144000" cy="1097280"/>
          </a:xfrm>
          <a:prstGeom prst="rect">
            <a:avLst/>
          </a:prstGeom>
          <a:solidFill>
            <a:srgbClr val="F7B267"/>
          </a:solidFill>
          <a:ln w="12700">
            <a:solidFill>
              <a:srgbClr val="F7B26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731520"/>
            <a:ext cx="9144000" cy="822960"/>
          </a:xfrm>
          <a:prstGeom prst="rect">
            <a:avLst/>
          </a:prstGeom>
          <a:solidFill>
            <a:srgbClr val="F25C54"/>
          </a:solidFill>
          <a:ln w="12700">
            <a:solidFill>
              <a:srgbClr val="F25C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C8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Bonus: Why are sunsets red?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sunset, sunlight travels through MUCH more atmosphere to reach your eyes.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blue light gets scattered away long before it arrives.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long-wavelength reds and oranges make it through → stunning sunsets!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C8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So... why IS the sky blue?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234440"/>
            <a:ext cx="594360" cy="59436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234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☀️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43000" y="1280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 carries all colors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075688"/>
            <a:ext cx="594360" cy="59436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756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12140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scatters short wavelengths most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916936"/>
            <a:ext cx="594360" cy="59436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9169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🔵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43000" y="29626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scatters in every direction → fills the sky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3758184"/>
            <a:ext cx="594360" cy="594360"/>
          </a:xfrm>
          <a:prstGeom prst="ellipse">
            <a:avLst/>
          </a:prstGeom>
          <a:solidFill>
            <a:srgbClr val="1A78C2"/>
          </a:solidFill>
          <a:ln w="12700">
            <a:solidFill>
              <a:srgbClr val="1A78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375818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380390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sunset, only red/orange survive the longer path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magic — it's physics. Pretty cool, right?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2026-05-26T11:43:52Z</dcterms:created>
  <dcterms:modified xsi:type="dcterms:W3CDTF">2026-05-26T11:43:52Z</dcterms:modified>
</cp:coreProperties>
</file>