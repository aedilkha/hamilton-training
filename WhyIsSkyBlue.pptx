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the sky blue?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2-minute explanation.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comes in different wavelengths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color = a different wavelength, measured in nanometres (nm).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402080" cy="164592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953512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264408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380–450 nm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67840" y="1234440"/>
            <a:ext cx="1402080" cy="1645920"/>
          </a:xfrm>
          <a:prstGeom prst="rect">
            <a:avLst/>
          </a:prstGeom>
          <a:solidFill>
            <a:srgbClr val="3B4FE0"/>
          </a:solidFill>
          <a:ln w="12700">
            <a:solidFill>
              <a:srgbClr val="3B4F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67840" y="2953512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67840" y="3264408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450–495 nm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69920" y="1234440"/>
            <a:ext cx="1402080" cy="1645920"/>
          </a:xfrm>
          <a:prstGeom prst="rect">
            <a:avLst/>
          </a:prstGeom>
          <a:solidFill>
            <a:srgbClr val="1AAF5D"/>
          </a:solidFill>
          <a:ln w="12700">
            <a:solidFill>
              <a:srgbClr val="1AAF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9920" y="2953512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69920" y="3264408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495–570 nm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234440"/>
            <a:ext cx="1402080" cy="1645920"/>
          </a:xfrm>
          <a:prstGeom prst="rect">
            <a:avLst/>
          </a:prstGeom>
          <a:solidFill>
            <a:srgbClr val="F5D800"/>
          </a:solidFill>
          <a:ln w="12700">
            <a:solidFill>
              <a:srgbClr val="F5D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953512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264408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570–590 nm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74080" y="1234440"/>
            <a:ext cx="1402080" cy="16459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4080" y="2953512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74080" y="3264408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590–620 nm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76160" y="1234440"/>
            <a:ext cx="1402080" cy="164592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6160" y="2953512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76160" y="3264408"/>
            <a:ext cx="140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620–750 nm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841248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Short wavelength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0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wavelength 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22120" y="1143000"/>
            <a:ext cx="1493520" cy="1828800"/>
          </a:xfrm>
          <a:prstGeom prst="rect">
            <a:avLst/>
          </a:prstGeom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76400" y="3703320"/>
            <a:ext cx="167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This is the key one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wavelengths scatter more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914400" cy="91440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B6E"/>
                </a:solidFill>
              </a:rPr>
              <a:t>SUN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34440" y="1645920"/>
            <a:ext cx="1371600" cy="0"/>
          </a:xfrm>
          <a:prstGeom prst="line">
            <a:avLst/>
          </a:prstGeom>
          <a:noFill/>
          <a:ln w="38100">
            <a:solidFill>
              <a:srgbClr val="AAA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1234440"/>
            <a:ext cx="1371600" cy="822960"/>
          </a:xfrm>
          <a:prstGeom prst="ellipse">
            <a:avLst/>
          </a:prstGeom>
          <a:solidFill>
            <a:srgbClr val="D0E8FF"/>
          </a:solidFill>
          <a:ln w="25400">
            <a:solidFill>
              <a:srgbClr val="1A78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234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6E"/>
                </a:solidFill>
              </a:rPr>
              <a:t>atmosphere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3B6E"/>
                </a:solidFill>
              </a:rPr>
              <a:t>molecule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0" cy="-822960"/>
          </a:xfrm>
          <a:prstGeom prst="line">
            <a:avLst/>
          </a:prstGeom>
          <a:noFill/>
          <a:ln w="38100">
            <a:solidFill>
              <a:srgbClr val="3B4F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2057400"/>
            <a:ext cx="0" cy="822960"/>
          </a:xfrm>
          <a:prstGeom prst="line">
            <a:avLst/>
          </a:prstGeom>
          <a:noFill/>
          <a:ln w="38100">
            <a:solidFill>
              <a:srgbClr val="3B4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971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(450 nm)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scatters away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whole sky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69080" y="1645920"/>
            <a:ext cx="2560320" cy="0"/>
          </a:xfrm>
          <a:prstGeom prst="line">
            <a:avLst/>
          </a:prstGeom>
          <a:noFill/>
          <a:ln w="38100">
            <a:solidFill>
              <a:srgbClr val="E800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777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0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(700 nm)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0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straight through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64008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481328"/>
            <a:ext cx="274320" cy="27432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eye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776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light (short wavelength) bounces off molecules in all directions → your eyes see blue everywhere you look up.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Bonus: Why are sunsets orange &amp; red?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9436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54480"/>
            <a:ext cx="9144000" cy="59436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48840"/>
            <a:ext cx="9144000" cy="594360"/>
          </a:xfrm>
          <a:prstGeom prst="rect">
            <a:avLst/>
          </a:prstGeom>
          <a:solidFill>
            <a:srgbClr val="F7B267"/>
          </a:solidFill>
          <a:ln w="12700">
            <a:solidFill>
              <a:srgbClr val="F7B2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sunset, sunlight travels through much MORE atmosphere to reach you.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blue (short wavelength) gets scattered away before it arrives.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red &amp; orange (long wavelength, 620–750 nm) survive the long trip.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physics. Longer path. Different color.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2026-05-26T11:49:37Z</dcterms:created>
  <dcterms:modified xsi:type="dcterms:W3CDTF">2026-05-26T11:49:37Z</dcterms:modified>
</cp:coreProperties>
</file>