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is the sky blue?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2-minute explanation.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3B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 comes in different wavelengths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color = a different wavelength, measured in nanometres (nm).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402080" cy="1645920"/>
          </a:xfrm>
          <a:prstGeom prst="rect">
            <a:avLst/>
          </a:prstGeom>
          <a:solidFill>
            <a:srgbClr val="7B00D4"/>
          </a:solidFill>
          <a:ln w="12700">
            <a:solidFill>
              <a:srgbClr val="7B00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953512"/>
            <a:ext cx="140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3264408"/>
            <a:ext cx="140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380–450 nm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67840" y="1234440"/>
            <a:ext cx="1402080" cy="1645920"/>
          </a:xfrm>
          <a:prstGeom prst="rect">
            <a:avLst/>
          </a:prstGeom>
          <a:solidFill>
            <a:srgbClr val="3B4FE0"/>
          </a:solidFill>
          <a:ln w="12700">
            <a:solidFill>
              <a:srgbClr val="3B4F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67840" y="2953512"/>
            <a:ext cx="140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67840" y="3264408"/>
            <a:ext cx="140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450–495 nm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69920" y="1234440"/>
            <a:ext cx="1402080" cy="1645920"/>
          </a:xfrm>
          <a:prstGeom prst="rect">
            <a:avLst/>
          </a:prstGeom>
          <a:solidFill>
            <a:srgbClr val="1AAF5D"/>
          </a:solidFill>
          <a:ln w="12700">
            <a:solidFill>
              <a:srgbClr val="1AAF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9920" y="2953512"/>
            <a:ext cx="140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69920" y="3264408"/>
            <a:ext cx="140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495–570 nm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1234440"/>
            <a:ext cx="1402080" cy="1645920"/>
          </a:xfrm>
          <a:prstGeom prst="rect">
            <a:avLst/>
          </a:prstGeom>
          <a:solidFill>
            <a:srgbClr val="F5D800"/>
          </a:solidFill>
          <a:ln w="12700">
            <a:solidFill>
              <a:srgbClr val="F5D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953512"/>
            <a:ext cx="140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3264408"/>
            <a:ext cx="140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570–590 nm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74080" y="1234440"/>
            <a:ext cx="1402080" cy="16459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74080" y="2953512"/>
            <a:ext cx="140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74080" y="3264408"/>
            <a:ext cx="140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590–620 nm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76160" y="1234440"/>
            <a:ext cx="1402080" cy="164592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6160" y="2953512"/>
            <a:ext cx="140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76160" y="3264408"/>
            <a:ext cx="140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620–750 nm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160520"/>
            <a:ext cx="8412480" cy="0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0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◄ Short wavelength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0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wavelength 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722120" y="1143000"/>
            <a:ext cx="1493520" cy="1828800"/>
          </a:xfrm>
          <a:prstGeom prst="rect">
            <a:avLst/>
          </a:prstGeom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76400" y="3703320"/>
            <a:ext cx="167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This is the key one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C8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Bonus: Why are sunsets orange &amp; red?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9144000" cy="594360"/>
          </a:xfrm>
          <a:prstGeom prst="rect">
            <a:avLst/>
          </a:prstGeom>
          <a:solidFill>
            <a:srgbClr val="F25C54"/>
          </a:solidFill>
          <a:ln w="12700">
            <a:solidFill>
              <a:srgbClr val="F25C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554480"/>
            <a:ext cx="9144000" cy="594360"/>
          </a:xfrm>
          <a:prstGeom prst="rect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148840"/>
            <a:ext cx="9144000" cy="594360"/>
          </a:xfrm>
          <a:prstGeom prst="rect">
            <a:avLst/>
          </a:prstGeom>
          <a:solidFill>
            <a:srgbClr val="F7B267"/>
          </a:solidFill>
          <a:ln w="12700">
            <a:solidFill>
              <a:srgbClr val="F7B2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sunset, sunlight travels through much MORE atmosphere to reach you.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blue (short wavelength) gets scattered away before it arrives.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red &amp; orange (long wavelength, 620–750 nm) survive the long trip.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5C8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physics. Longer path. Different color.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2026-05-26T11:51:36Z</dcterms:created>
  <dcterms:modified xsi:type="dcterms:W3CDTF">2026-05-26T11:51:36Z</dcterms:modified>
</cp:coreProperties>
</file>